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212749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S.Trividha - 2420030010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K.Deepthi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2420030484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M.Swetha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- 2420030116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79312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 B. Pratyusha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98722"/>
            <a:ext cx="10715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 </a:t>
            </a:r>
            <a:r>
              <a:rPr lang="en-US" sz="2400" b="1" dirty="0">
                <a:solidFill>
                  <a:schemeClr val="bg1"/>
                </a:solidFill>
              </a:rPr>
              <a:t>Smart Medical Insurance Cost Predictor with NGO  &amp; Welfare Aid Guidance</a:t>
            </a:r>
          </a:p>
          <a:p>
            <a:pPr algn="ctr">
              <a:defRPr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A4CABE-061A-C157-ECB7-265412C8D449}"/>
              </a:ext>
            </a:extLst>
          </p:cNvPr>
          <p:cNvSpPr txBox="1"/>
          <p:nvPr/>
        </p:nvSpPr>
        <p:spPr>
          <a:xfrm>
            <a:off x="855406" y="1536174"/>
            <a:ext cx="113365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Rising and unpredictable healthcare costs make it hard for individuals to plan financially, especially for high-risk profiles (older age, high BMI, smokers).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Existing insurance-cost prediction tools stop at generating an estimate — they don't tell financially vulnerable patients what support exists for them.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Many patients eligible for NGO, charitable, or government welfare schemes never discover them, because such information is scattered and not linked to their actual financial situation.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no unified system that combines cost estimation with personalized, actionable guidance on financial assistance options.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908146-C93B-8CB3-8701-BE2229DE96A1}"/>
              </a:ext>
            </a:extLst>
          </p:cNvPr>
          <p:cNvSpPr txBox="1"/>
          <p:nvPr/>
        </p:nvSpPr>
        <p:spPr>
          <a:xfrm>
            <a:off x="845574" y="1318022"/>
            <a:ext cx="1050085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structured data cleaning, transformation, and EDA on the Medical Cost Personal Dataset to surface patterns among cost-driving factors (age, BMI, smoking, region, etc.).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Encode categorical attributes and build/compare Linear Regression, Random Forest Regression, and Gradient Boosting Regression models, evaluated via MAE, RMSE, and R².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Curate a supporting dataset of NGOs, welfare organizations, and government schemes with eligibility rules (income thresholds, condition type, region, aid ceiling).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Implement a rule-based matching engine linking predicted cost + user profile to eligible aid organizations and likely support amount.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Build an interactive dashboard integrating cost prediction, aid-matching results, and visual analytics (feature importance, model comparison).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9720301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/>
                        <a:t>Orji et al., 2024 (</a:t>
                      </a:r>
                      <a:r>
                        <a:rPr lang="en-US" sz="1400" dirty="0" err="1"/>
                        <a:t>arXiv</a:t>
                      </a:r>
                      <a:r>
                        <a:rPr lang="en-US" sz="1400" dirty="0"/>
                        <a:t>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Machine Learning For An Explainable-Cost Prediction of Medical Insurance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Ensemble regression (</a:t>
                      </a:r>
                      <a:r>
                        <a:rPr lang="en-US" sz="1400" dirty="0" err="1"/>
                        <a:t>XGBoost</a:t>
                      </a:r>
                      <a:r>
                        <a:rPr lang="en-US" sz="1400" dirty="0"/>
                        <a:t>, GBM, Random Forest) + SHAP/ICE for explainability, on 986-record Kaggle dataset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Tree-based ensembles predict charges well; SHAP/ICE show smoking, BMI, age as dominant cost drivers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Focuses only on prediction/explainability — no downstream support for patients who can't afford the estimate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/>
                        <a:t>IJRASET, 2023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Linear Regression, Decision Tree Regression, Gradient Boosting Regression, deployed via </a:t>
                      </a:r>
                      <a:r>
                        <a:rPr lang="en-US" sz="1400" dirty="0" err="1"/>
                        <a:t>Streamlit</a:t>
                      </a:r>
                      <a:r>
                        <a:rPr lang="en-US" sz="1400" dirty="0"/>
                        <a:t> on a Kaggle medical cost dataset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Gradient Boosting/tree-based regressors outperform plain linear regression; R² used for comparison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Outputs a single cost estimate only — no guidance for financially struggling patients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/>
                        <a:t>Hong et al., 2025 (PMC/NCBI)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Predicting a Need for Financial Assistance in Emergency Department Care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Logistic Regression, Decision Tree, Random Forest on 1M+ ED billing records to predict bill non-payment likelihood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Decision Tree correctly flagged 87% of patients likely needing financial assistance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Identifies </a:t>
                      </a:r>
                      <a:r>
                        <a:rPr lang="en-US" sz="1400" i="1" dirty="0"/>
                        <a:t>need</a:t>
                      </a:r>
                      <a:r>
                        <a:rPr lang="en-US" sz="1400" dirty="0"/>
                        <a:t> for aid but doesn't recommend or match specific organizations/schemes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8C934D-6400-3947-624D-33E116C25C35}"/>
              </a:ext>
            </a:extLst>
          </p:cNvPr>
          <p:cNvSpPr txBox="1"/>
          <p:nvPr/>
        </p:nvSpPr>
        <p:spPr>
          <a:xfrm>
            <a:off x="1366684" y="3087329"/>
            <a:ext cx="22147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en-US" sz="1400" dirty="0"/>
              <a:t>Medical Insurance Cost Prediction using Machine Learning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1F682C-D714-FB1E-BC6D-FAD43DDE7AB8}"/>
              </a:ext>
            </a:extLst>
          </p:cNvPr>
          <p:cNvSpPr txBox="1"/>
          <p:nvPr/>
        </p:nvSpPr>
        <p:spPr>
          <a:xfrm>
            <a:off x="877154" y="1548941"/>
            <a:ext cx="103435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Cost-prediction research (regression/ensemble ML) stops at the number — none connect the prediction to actionable relief.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Financial-assistance-need studies (e.g., ED billing prediction) flag </a:t>
            </a:r>
            <a:r>
              <a:rPr lang="en-US" sz="2000" i="1" dirty="0"/>
              <a:t>who</a:t>
            </a:r>
            <a:r>
              <a:rPr lang="en-US" sz="2000" dirty="0"/>
              <a:t> needs help but don't say </a:t>
            </a:r>
            <a:r>
              <a:rPr lang="en-US" sz="2000" i="1" dirty="0"/>
              <a:t>which</a:t>
            </a:r>
            <a:r>
              <a:rPr lang="en-US" sz="2000" dirty="0"/>
              <a:t> NGO/scheme could help or </a:t>
            </a:r>
            <a:r>
              <a:rPr lang="en-US" sz="2000" i="1" dirty="0"/>
              <a:t>how much</a:t>
            </a:r>
            <a:r>
              <a:rPr lang="en-US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No existing dataset or system links individual cost prediction to a structured, eligibility-matched directory of welfare/NGO support.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Gap:</a:t>
            </a:r>
            <a:r>
              <a:rPr lang="en-US" sz="2000" dirty="0"/>
              <a:t> absence of an integrated cost-prediction + rule-based-aid-matching pipeline that turns a raw estimate into a personalized next step.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678343-7F4F-EEE8-54E9-FFDC7F27FC95}"/>
              </a:ext>
            </a:extLst>
          </p:cNvPr>
          <p:cNvSpPr txBox="1"/>
          <p:nvPr/>
        </p:nvSpPr>
        <p:spPr>
          <a:xfrm>
            <a:off x="737418" y="1304669"/>
            <a:ext cx="1071716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Combines two normally separate domains — insurance cost prediction (ML regression) and welfare/NGO aid eligibility (rule-based matching) — into one pipeline.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Introduces a self-curated NGO/government-scheme dataset (eligibility rules by income, condition, region, aid ceiling) — a genuinely new data asset, since no public dataset links medical costs to assistance programs.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Matching engine is deliberately rule-based, not ML, for transparency — a black-box recommendation is inappropriate when advising vulnerable users on financial aid.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Dashboard tells users not just "what you'll pay" but "who can help and how much" — a predictive tool becomes an actionable support tool.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Requires two coordinated data-cleaning pipelines (numeric health dataset + curated rules dataset), going beyond standard single-dataset course projects.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383500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927905EE-7311-DE29-4083-8D58FF375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296094"/>
              </p:ext>
            </p:extLst>
          </p:nvPr>
        </p:nvGraphicFramePr>
        <p:xfrm>
          <a:off x="765545" y="1003811"/>
          <a:ext cx="10303178" cy="583799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17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8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5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Duration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Deliverable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90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/>
                        <a:t>Week 1-2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Data collection &amp; cleaning — Medical Cost dataset + curating NGO/welfare dataset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6451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Week  3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EDA — distributions, correlations, smoking/BMI/age impact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416526"/>
                  </a:ext>
                </a:extLst>
              </a:tr>
              <a:tr h="6822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Week 4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Model development — Linear Regression, Random Forest, Gradient Boosting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477918"/>
                  </a:ext>
                </a:extLst>
              </a:tr>
              <a:tr h="71187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Week 5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Model evaluation — MAE/RMSE/R² comparison, best-model selection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7095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Week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Rule-based aid-matching engine built from NGO dataset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175096"/>
                  </a:ext>
                </a:extLst>
              </a:tr>
              <a:tr h="7095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Week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Dashboard integration — prediction + matching + analytics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567786"/>
                  </a:ext>
                </a:extLst>
              </a:tr>
              <a:tr h="7095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Week 8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Functional testing, report writing, final presentation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7095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Week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Testing, refinement, documentation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60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869</Words>
  <Application>Microsoft Office PowerPoint</Application>
  <PresentationFormat>Widescreen</PresentationFormat>
  <Paragraphs>109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Deepthi k</cp:lastModifiedBy>
  <cp:revision>35</cp:revision>
  <dcterms:created xsi:type="dcterms:W3CDTF">2026-08-08T06:33:56Z</dcterms:created>
  <dcterms:modified xsi:type="dcterms:W3CDTF">2026-09-17T04:54:19Z</dcterms:modified>
</cp:coreProperties>
</file>